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1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9616" y="2779776"/>
            <a:ext cx="7187184" cy="178276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tabLst>
                <a:tab pos="90487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Role- Based Digital Platform for Farmer-Vendor Coordination with Demand Forecasting and vendor optimization</a:t>
            </a:r>
          </a:p>
          <a:p>
            <a:pPr marL="0" indent="0">
              <a:buNone/>
            </a:pPr>
            <a:endParaRPr sz="280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37873D09-1A2A-8C67-CA4A-0882575C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770382"/>
            <a:ext cx="3168396" cy="316839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5FE294-5E21-8C78-F90D-7BB655695975}"/>
              </a:ext>
            </a:extLst>
          </p:cNvPr>
          <p:cNvSpPr txBox="1">
            <a:spLocks/>
          </p:cNvSpPr>
          <p:nvPr/>
        </p:nvSpPr>
        <p:spPr>
          <a:xfrm>
            <a:off x="5638800" y="4611020"/>
            <a:ext cx="2737104" cy="1476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Font typeface="Arial"/>
              <a:buNone/>
              <a:tabLst>
                <a:tab pos="904875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Maneesha </a:t>
            </a:r>
            <a:r>
              <a:rPr lang="en-US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Eeshwara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Font typeface="Arial"/>
              <a:buNone/>
              <a:tabLst>
                <a:tab pos="904875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300392759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Font typeface="Arial"/>
              <a:buNone/>
              <a:tabLst>
                <a:tab pos="904875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CSIS 4495 003</a:t>
            </a:r>
          </a:p>
          <a:p>
            <a:pPr marL="0" indent="0">
              <a:buFont typeface="Arial"/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3588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Background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logo with green leaves">
            <a:extLst>
              <a:ext uri="{FF2B5EF4-FFF2-40B4-BE49-F238E27FC236}">
                <a16:creationId xmlns:a16="http://schemas.microsoft.com/office/drawing/2014/main" id="{486A9B6C-8EC1-F13D-4A66-8B7C4B49D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AEB12548-CA66-2D0C-2D93-CC818A4C6A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0352" y="1656396"/>
            <a:ext cx="7481535" cy="305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coordination between farmers and vendors in supply chains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uncertainty leads to overproduction and food waste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Vendors experience stock shortages due to poor demand visibility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are based on manual estimation rather than data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forecasting and intelligent decision-support systems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242048" cy="4700016"/>
          </a:xfrm>
        </p:spPr>
        <p:txBody>
          <a:bodyPr>
            <a:normAutofit/>
          </a:bodyPr>
          <a:lstStyle/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review of agricultural supply‑chain systems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Data‑driven analysis using historical and synthetic demand data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Forecasting model comparison (Moving Average vs. ML.NET SSA)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Full‑stack system design with real‑time integration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Scenario‑based evaluation and usability testing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 err="1">
                <a:solidFill>
                  <a:schemeClr val="bg1"/>
                </a:solidFill>
              </a:rPr>
              <a:t>Research</a:t>
            </a:r>
            <a:r>
              <a:rPr lang="fr-CA" b="1" dirty="0">
                <a:solidFill>
                  <a:schemeClr val="bg1"/>
                </a:solidFill>
              </a:rPr>
              <a:t> Methods</a:t>
            </a:r>
            <a:endParaRPr dirty="0"/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46ED0022-D327-1693-AC02-3DC7B9CF1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</a:t>
            </a:r>
          </a:p>
          <a:p>
            <a:r>
              <a:t>• Inventory management</a:t>
            </a:r>
          </a:p>
          <a:p>
            <a:r>
              <a:t>• Demand requests</a:t>
            </a:r>
          </a:p>
          <a:p>
            <a:r>
              <a:t>• Dispatch module</a:t>
            </a:r>
          </a:p>
          <a:p>
            <a:r>
              <a:t>• Forecasting</a:t>
            </a:r>
          </a:p>
          <a:p>
            <a:r>
              <a:t>• Chat</a:t>
            </a:r>
          </a:p>
          <a:p>
            <a:r>
              <a:t>•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Frontend</a:t>
            </a:r>
          </a:p>
          <a:p>
            <a:r>
              <a:t>ASP.NET Core Backend</a:t>
            </a:r>
          </a:p>
          <a:p>
            <a:r>
              <a:t>SQL Server DB</a:t>
            </a:r>
          </a:p>
          <a:p>
            <a:r>
              <a:t>ML.NET Forecasting</a:t>
            </a:r>
          </a:p>
          <a:p>
            <a:r>
              <a:t>SignalR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Chart.js</a:t>
            </a:r>
          </a:p>
          <a:p>
            <a:r>
              <a:t>Backend: ASP.NET Core, EF Core</a:t>
            </a:r>
          </a:p>
          <a:p>
            <a:r>
              <a:t>DB: SQL Server</a:t>
            </a:r>
          </a:p>
          <a:p>
            <a:r>
              <a:t>ML: ML.NET SSA</a:t>
            </a:r>
          </a:p>
          <a:p>
            <a:r>
              <a:t>Other: SignalR, Unsplash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Moving Average</a:t>
            </a:r>
          </a:p>
          <a:p>
            <a:r>
              <a:t>• ML.NET SSA</a:t>
            </a:r>
          </a:p>
          <a:p>
            <a:r>
              <a:t>• Time-series analysis</a:t>
            </a:r>
          </a:p>
          <a:p>
            <a:r>
              <a:t>• Lookback + Horizon based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Forecast + Recommendation integration</a:t>
            </a:r>
          </a:p>
          <a:p>
            <a:r>
              <a:t>• Decision-support system</a:t>
            </a:r>
          </a:p>
          <a:p>
            <a:r>
              <a:t>• Relationship scoring</a:t>
            </a:r>
          </a:p>
          <a:p>
            <a:r>
              <a:t>• Real-time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</a:t>
            </a:r>
          </a:p>
          <a:p>
            <a:r>
              <a:t>• Forecast charts</a:t>
            </a:r>
          </a:p>
          <a:p>
            <a:r>
              <a:t>• Inventory with images</a:t>
            </a:r>
          </a:p>
          <a:p>
            <a:r>
              <a:t>• Dispatch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integration</a:t>
            </a:r>
          </a:p>
          <a:p>
            <a:r>
              <a:t>• Data limitations</a:t>
            </a:r>
          </a:p>
          <a:p>
            <a:r>
              <a:t>• Chart rendering issues</a:t>
            </a:r>
          </a:p>
          <a:p>
            <a:r>
              <a:t>• API integration</a:t>
            </a:r>
          </a:p>
          <a:p>
            <a:r>
              <a:t>• SignalR auth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 architecture</a:t>
            </a:r>
          </a:p>
          <a:p>
            <a:r>
              <a:t>• Debugging skills</a:t>
            </a:r>
          </a:p>
          <a:p>
            <a:r>
              <a:t>• Handling real data</a:t>
            </a:r>
          </a:p>
          <a:p>
            <a:r>
              <a:t>• Iterative development</a:t>
            </a:r>
          </a:p>
          <a:p>
            <a:r>
              <a:t>• ML + business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Intelligent system built</a:t>
            </a:r>
          </a:p>
          <a:p>
            <a:r>
              <a:t>• Improved decision-making</a:t>
            </a:r>
          </a:p>
          <a:p>
            <a:r>
              <a:t>• Ready for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285</Words>
  <Application>Microsoft Office PowerPoint</Application>
  <PresentationFormat>On-screen Show (4:3)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Segoe UI</vt:lpstr>
      <vt:lpstr>Wingdings</vt:lpstr>
      <vt:lpstr>Office Theme</vt:lpstr>
      <vt:lpstr>PowerPoint Presentation</vt:lpstr>
      <vt:lpstr>Background</vt:lpstr>
      <vt:lpstr>Research Methods</vt:lpstr>
      <vt:lpstr>Key Features</vt:lpstr>
      <vt:lpstr>System Architecture</vt:lpstr>
      <vt:lpstr>Technology Stack</vt:lpstr>
      <vt:lpstr>Forecasting Approach</vt:lpstr>
      <vt:lpstr>Project Novelty</vt:lpstr>
      <vt:lpstr>System UI</vt:lpstr>
      <vt:lpstr>Challenges</vt:lpstr>
      <vt:lpstr>Lessons Learned</vt:lpstr>
      <vt:lpstr>Conclusion &amp;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Eeshwara, Maneesha P.</cp:lastModifiedBy>
  <cp:revision>4</cp:revision>
  <dcterms:created xsi:type="dcterms:W3CDTF">2013-01-27T09:14:16Z</dcterms:created>
  <dcterms:modified xsi:type="dcterms:W3CDTF">2026-04-09T02:16:40Z</dcterms:modified>
  <cp:category/>
</cp:coreProperties>
</file>